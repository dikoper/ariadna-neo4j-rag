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Первый слайд доклада.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Концентрация H2SO4 (серной кислоты) не должна превышать значений: содержание SO₂ и CO₂ контролируется методом titration. Предел ≤ 200 мг/л при температуре не выше 80°C. Диапазон концентрации сульфатов составляет 200–300 мг/дм³ согласно ГОСТ. This process uses electrowinning (электроэкстракция) at low pH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на конференции</dc:title>
  <dc:subject/>
  <dc:creator>Сидоров С.С.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